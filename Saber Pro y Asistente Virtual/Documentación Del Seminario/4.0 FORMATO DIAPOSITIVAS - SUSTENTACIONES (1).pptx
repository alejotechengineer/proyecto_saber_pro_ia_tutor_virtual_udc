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9144000" cy="5143500" type="screen16x9"/>
  <p:notesSz cx="6858000" cy="9144000"/>
  <p:embeddedFontLst>
    <p:embeddedFont>
      <p:font typeface="Comfortaa" panose="020B0604020202020204" charset="0"/>
      <p:regular r:id="rId13"/>
      <p:bold r:id="rId14"/>
    </p:embeddedFont>
    <p:embeddedFont>
      <p:font typeface="Comfortaa Regular" panose="020B0604020202020204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774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e3d8847e74_0_1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e3d8847e74_0_1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e3d8847e7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e3d8847e7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e3d8847e74_0_8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e3d8847e74_0_8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e3d8847e74_0_8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e3d8847e74_0_8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e3d8847e74_0_8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e3d8847e74_0_8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e3d8847e74_0_9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e3d8847e74_0_9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e3d8847e74_0_8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e3d8847e74_0_8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e3d8847e74_0_8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e3d8847e74_0_8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07167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e3d8847e74_0_8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e3d8847e74_0_8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1">
  <p:cSld name="AUTOLAYOUT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25" y="0"/>
            <a:ext cx="9143982" cy="3277800"/>
          </a:xfrm>
          <a:prstGeom prst="flowChartDocumen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3549100"/>
            <a:ext cx="8097600" cy="663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4249400"/>
            <a:ext cx="8097600" cy="518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1pPr>
            <a:lvl2pPr lvl="1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2pPr>
            <a:lvl3pPr lvl="2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3pPr>
            <a:lvl4pPr lvl="3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4pPr>
            <a:lvl5pPr lvl="4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5pPr>
            <a:lvl6pPr lvl="5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6pPr>
            <a:lvl7pPr lvl="6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7pPr>
            <a:lvl8pPr lvl="7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8pPr>
            <a:lvl9pPr lvl="8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183227" y="119850"/>
            <a:ext cx="2789799" cy="103262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289625"/>
            <a:ext cx="6469800" cy="8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77" b="1">
                <a:latin typeface="Comfortaa"/>
                <a:ea typeface="Comfortaa"/>
                <a:cs typeface="Comfortaa"/>
                <a:sym typeface="Comfortaa"/>
              </a:rPr>
              <a:t>INSTRUCCIONES DE USO DIAPOSITIVAS</a:t>
            </a:r>
            <a:r>
              <a:rPr lang="es-419" b="1"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2688"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262350"/>
            <a:ext cx="8520600" cy="35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10000"/>
          </a:bodyPr>
          <a:lstStyle/>
          <a:p>
            <a:pPr marL="457200" lvl="0" indent="-30241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mfortaa Regular"/>
              <a:buAutoNum type="arabicPeriod"/>
            </a:pPr>
            <a:r>
              <a:rPr lang="es-419" sz="1500" b="1">
                <a:latin typeface="Comfortaa"/>
                <a:ea typeface="Comfortaa"/>
                <a:cs typeface="Comfortaa"/>
                <a:sym typeface="Comfortaa"/>
              </a:rPr>
              <a:t>Estas diapositivas son de uso institucional</a:t>
            </a:r>
            <a:r>
              <a:rPr lang="es-419" sz="1500">
                <a:latin typeface="Comfortaa Regular"/>
                <a:ea typeface="Comfortaa Regular"/>
                <a:cs typeface="Comfortaa Regular"/>
                <a:sym typeface="Comfortaa Regular"/>
              </a:rPr>
              <a:t> (es decir, es para que sean presentadas en SUSTENTACIONES o eventos externas – simposios, congresos, etcétera donde se represente la Institución). Cualquier uso indebido acarreará faltas.</a:t>
            </a:r>
            <a:endParaRPr sz="1500">
              <a:latin typeface="Comfortaa Regular"/>
              <a:ea typeface="Comfortaa Regular"/>
              <a:cs typeface="Comfortaa Regular"/>
              <a:sym typeface="Comfortaa Regular"/>
            </a:endParaRPr>
          </a:p>
          <a:p>
            <a:pPr marL="457200" lvl="0" indent="-30241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mfortaa Regular"/>
              <a:buAutoNum type="arabicPeriod"/>
            </a:pPr>
            <a:r>
              <a:rPr lang="es-419" sz="1500">
                <a:latin typeface="Comfortaa Regular"/>
                <a:ea typeface="Comfortaa Regular"/>
                <a:cs typeface="Comfortaa Regular"/>
                <a:sym typeface="Comfortaa Regular"/>
              </a:rPr>
              <a:t>Los estudiantes deben presentar este formato sin modificarlo en sustentación, pueden usar la cantidad de diapositivas que necesiten respetando los títulos establecidos, </a:t>
            </a:r>
            <a:r>
              <a:rPr lang="es-419" sz="1500" b="1" u="sng">
                <a:latin typeface="Comfortaa"/>
                <a:ea typeface="Comfortaa"/>
                <a:cs typeface="Comfortaa"/>
                <a:sym typeface="Comfortaa"/>
              </a:rPr>
              <a:t>no se deben añadir títulos diferentes así los tengan en los trabajos escritos.</a:t>
            </a:r>
            <a:endParaRPr sz="1500" b="1" u="sng"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0241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mfortaa Regular"/>
              <a:buAutoNum type="arabicPeriod"/>
            </a:pPr>
            <a:r>
              <a:rPr lang="es-419" sz="1500">
                <a:latin typeface="Comfortaa Regular"/>
                <a:ea typeface="Comfortaa Regular"/>
                <a:cs typeface="Comfortaa Regular"/>
                <a:sym typeface="Comfortaa Regular"/>
              </a:rPr>
              <a:t>Las diapositivas no deben tener más de 300 caracteres</a:t>
            </a:r>
            <a:endParaRPr sz="1500">
              <a:latin typeface="Comfortaa Regular"/>
              <a:ea typeface="Comfortaa Regular"/>
              <a:cs typeface="Comfortaa Regular"/>
              <a:sym typeface="Comfortaa Regular"/>
            </a:endParaRPr>
          </a:p>
          <a:p>
            <a:pPr marL="457200" lvl="0" indent="-30241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mfortaa Regular"/>
              <a:buAutoNum type="arabicPeriod"/>
            </a:pPr>
            <a:r>
              <a:rPr lang="es-419" sz="1500">
                <a:latin typeface="Comfortaa Regular"/>
                <a:ea typeface="Comfortaa Regular"/>
                <a:cs typeface="Comfortaa Regular"/>
                <a:sym typeface="Comfortaa Regular"/>
              </a:rPr>
              <a:t>Se pueden añadir imágenes (gráficos o cuadros explicativos, según sea necesario)</a:t>
            </a:r>
            <a:endParaRPr sz="1500">
              <a:latin typeface="Comfortaa Regular"/>
              <a:ea typeface="Comfortaa Regular"/>
              <a:cs typeface="Comfortaa Regular"/>
              <a:sym typeface="Comfortaa Regular"/>
            </a:endParaRPr>
          </a:p>
          <a:p>
            <a:pPr marL="457200" lvl="0" indent="-30241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mfortaa Regular"/>
              <a:buAutoNum type="arabicPeriod"/>
            </a:pPr>
            <a:r>
              <a:rPr lang="es-419" sz="1500">
                <a:latin typeface="Comfortaa Regular"/>
                <a:ea typeface="Comfortaa Regular"/>
                <a:cs typeface="Comfortaa Regular"/>
                <a:sym typeface="Comfortaa Regular"/>
              </a:rPr>
              <a:t>Para añadir otra diapositiva debe darle click derecho y darle *DUPLICAR DIAPOSITIVA*, para que tenga el mismo formato y letra.</a:t>
            </a:r>
            <a:endParaRPr sz="1500">
              <a:latin typeface="Comfortaa Regular"/>
              <a:ea typeface="Comfortaa Regular"/>
              <a:cs typeface="Comfortaa Regular"/>
              <a:sym typeface="Comfortaa Regular"/>
            </a:endParaRPr>
          </a:p>
          <a:p>
            <a:pPr marL="457200" lvl="0" indent="-30241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mfortaa Regular"/>
              <a:buAutoNum type="arabicPeriod"/>
            </a:pPr>
            <a:r>
              <a:rPr lang="es-419" sz="1500">
                <a:latin typeface="Comfortaa Regular"/>
                <a:ea typeface="Comfortaa Regular"/>
                <a:cs typeface="Comfortaa Regular"/>
                <a:sym typeface="Comfortaa Regular"/>
              </a:rPr>
              <a:t>Recuerden que en el caso de las sustentaciones solo tienen 15 MINUTOS para presentar su trabajo.</a:t>
            </a:r>
            <a:endParaRPr sz="1500">
              <a:latin typeface="Comfortaa Regular"/>
              <a:ea typeface="Comfortaa Regular"/>
              <a:cs typeface="Comfortaa Regular"/>
              <a:sym typeface="Comfortaa Regular"/>
            </a:endParaRPr>
          </a:p>
          <a:p>
            <a:pPr marL="457200" lvl="0" indent="-30241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AutoNum type="arabicPeriod"/>
            </a:pPr>
            <a:r>
              <a:rPr lang="es-419" sz="1500" b="1" i="1" u="sng">
                <a:latin typeface="Comfortaa"/>
                <a:ea typeface="Comfortaa"/>
                <a:cs typeface="Comfortaa"/>
                <a:sym typeface="Comfortaa"/>
              </a:rPr>
              <a:t>¡No olviden eliminar esta diapositiva de instrucciones cuando vayan a presentar su trabajo!</a:t>
            </a:r>
            <a:endParaRPr sz="1500" b="1" i="1" u="sng"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latin typeface="Comfortaa Regular"/>
              <a:ea typeface="Comfortaa Regular"/>
              <a:cs typeface="Comfortaa Regular"/>
              <a:sym typeface="Comfortaa Regula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t="2696" b="2705"/>
          <a:stretch/>
        </p:blipFill>
        <p:spPr>
          <a:xfrm>
            <a:off x="25" y="11280"/>
            <a:ext cx="9143982" cy="3201930"/>
          </a:xfrm>
          <a:prstGeom prst="flowChartDocumen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>
            <a:spLocks noGrp="1"/>
          </p:cNvSpPr>
          <p:nvPr>
            <p:ph type="ctrTitle"/>
          </p:nvPr>
        </p:nvSpPr>
        <p:spPr>
          <a:xfrm>
            <a:off x="311700" y="3549100"/>
            <a:ext cx="8097600" cy="6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>
                <a:latin typeface="Comfortaa"/>
                <a:ea typeface="Comfortaa"/>
                <a:cs typeface="Comfortaa"/>
                <a:sym typeface="Comfortaa"/>
              </a:rPr>
              <a:t>TÍTULO DEL TRABAJO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subTitle" idx="1"/>
          </p:nvPr>
        </p:nvSpPr>
        <p:spPr>
          <a:xfrm>
            <a:off x="311700" y="4249400"/>
            <a:ext cx="8097600" cy="5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Comfortaa Regular"/>
                <a:ea typeface="Comfortaa Regular"/>
                <a:cs typeface="Comfortaa Regular"/>
                <a:sym typeface="Comfortaa Regular"/>
              </a:rPr>
              <a:t>NOMBRES DE LOS/EL ESTUDIANTE/S</a:t>
            </a:r>
            <a:endParaRPr>
              <a:latin typeface="Comfortaa Regular"/>
              <a:ea typeface="Comfortaa Regular"/>
              <a:cs typeface="Comfortaa Regular"/>
              <a:sym typeface="Comfortaa Regula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607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>
                <a:latin typeface="Comfortaa"/>
                <a:ea typeface="Comfortaa"/>
                <a:cs typeface="Comfortaa"/>
                <a:sym typeface="Comfortaa"/>
              </a:rPr>
              <a:t>OBJETIVOS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latin typeface="Comfortaa Regular"/>
              <a:ea typeface="Comfortaa Regular"/>
              <a:cs typeface="Comfortaa Regular"/>
              <a:sym typeface="Comfortaa Regula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607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>
                <a:latin typeface="Comfortaa"/>
                <a:ea typeface="Comfortaa"/>
                <a:cs typeface="Comfortaa"/>
                <a:sym typeface="Comfortaa"/>
              </a:rPr>
              <a:t>PREGUNTA PROBLEMA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latin typeface="Comfortaa Regular"/>
              <a:ea typeface="Comfortaa Regular"/>
              <a:cs typeface="Comfortaa Regular"/>
              <a:sym typeface="Comfortaa Regula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607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>
                <a:latin typeface="Comfortaa"/>
                <a:ea typeface="Comfortaa"/>
                <a:cs typeface="Comfortaa"/>
                <a:sym typeface="Comfortaa"/>
              </a:rPr>
              <a:t>JUSTIFICACIÓN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7" name="Google Shape;87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latin typeface="Comfortaa Regular"/>
              <a:ea typeface="Comfortaa Regular"/>
              <a:cs typeface="Comfortaa Regular"/>
              <a:sym typeface="Comfortaa Regula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>
            <a:spLocks noGrp="1"/>
          </p:cNvSpPr>
          <p:nvPr>
            <p:ph type="title"/>
          </p:nvPr>
        </p:nvSpPr>
        <p:spPr>
          <a:xfrm>
            <a:off x="311700" y="185000"/>
            <a:ext cx="5954700" cy="75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 b="1">
                <a:latin typeface="Comfortaa"/>
                <a:ea typeface="Comfortaa"/>
                <a:cs typeface="Comfortaa"/>
                <a:sym typeface="Comfortaa"/>
              </a:rPr>
              <a:t>ANÁLISIS DE RESULTADOS</a:t>
            </a:r>
            <a:endParaRPr sz="2500"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3" name="Google Shape;93;p19"/>
          <p:cNvSpPr txBox="1">
            <a:spLocks noGrp="1"/>
          </p:cNvSpPr>
          <p:nvPr>
            <p:ph type="body" idx="1"/>
          </p:nvPr>
        </p:nvSpPr>
        <p:spPr>
          <a:xfrm>
            <a:off x="311700" y="988275"/>
            <a:ext cx="5640300" cy="35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latin typeface="Comfortaa Regular"/>
              <a:ea typeface="Comfortaa Regular"/>
              <a:cs typeface="Comfortaa Regular"/>
              <a:sym typeface="Comfortaa Regula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>
            <a:spLocks noGrp="1"/>
          </p:cNvSpPr>
          <p:nvPr>
            <p:ph type="title"/>
          </p:nvPr>
        </p:nvSpPr>
        <p:spPr>
          <a:xfrm>
            <a:off x="311700" y="185000"/>
            <a:ext cx="5954700" cy="75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 b="1" dirty="0">
                <a:latin typeface="Comfortaa"/>
                <a:ea typeface="Comfortaa"/>
                <a:cs typeface="Comfortaa"/>
                <a:sym typeface="Comfortaa"/>
              </a:rPr>
              <a:t>ANÁLISIS DE RESULTADOS</a:t>
            </a:r>
            <a:endParaRPr sz="2500" b="1" dirty="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9" name="Google Shape;99;p20"/>
          <p:cNvSpPr txBox="1">
            <a:spLocks noGrp="1"/>
          </p:cNvSpPr>
          <p:nvPr>
            <p:ph type="body" idx="1"/>
          </p:nvPr>
        </p:nvSpPr>
        <p:spPr>
          <a:xfrm>
            <a:off x="311700" y="988275"/>
            <a:ext cx="5640300" cy="35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latin typeface="Comfortaa Regular"/>
              <a:ea typeface="Comfortaa Regular"/>
              <a:cs typeface="Comfortaa Regular"/>
              <a:sym typeface="Comfortaa Regula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607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>
                <a:latin typeface="Comfortaa"/>
                <a:ea typeface="Comfortaa"/>
                <a:cs typeface="Comfortaa"/>
                <a:sym typeface="Comfortaa"/>
              </a:rPr>
              <a:t>RECOMENDACIONES</a:t>
            </a:r>
            <a:endParaRPr b="1" dirty="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5" name="Google Shape;105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latin typeface="Comfortaa Regular"/>
              <a:ea typeface="Comfortaa Regular"/>
              <a:cs typeface="Comfortaa Regular"/>
              <a:sym typeface="Comfortaa Regula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607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>
                <a:latin typeface="Comfortaa"/>
                <a:ea typeface="Comfortaa"/>
                <a:cs typeface="Comfortaa"/>
                <a:sym typeface="Comfortaa"/>
              </a:rPr>
              <a:t>CONCLUSIONES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5" name="Google Shape;105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latin typeface="Comfortaa Regular"/>
              <a:ea typeface="Comfortaa Regular"/>
              <a:cs typeface="Comfortaa Regular"/>
              <a:sym typeface="Comfortaa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161821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607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>
                <a:latin typeface="Comfortaa"/>
                <a:ea typeface="Comfortaa"/>
                <a:cs typeface="Comfortaa"/>
                <a:sym typeface="Comfortaa"/>
              </a:rPr>
              <a:t>REFERENCIAS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1" name="Google Shape;111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latin typeface="Comfortaa Regular"/>
              <a:ea typeface="Comfortaa Regular"/>
              <a:cs typeface="Comfortaa Regular"/>
              <a:sym typeface="Comfortaa Regula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</Words>
  <Application>Microsoft Office PowerPoint</Application>
  <PresentationFormat>Presentación en pantalla (16:9)</PresentationFormat>
  <Paragraphs>18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Comfortaa</vt:lpstr>
      <vt:lpstr>Comfortaa Regular</vt:lpstr>
      <vt:lpstr>Simple Light</vt:lpstr>
      <vt:lpstr>INSTRUCCIONES DE USO DIAPOSITIVAS*</vt:lpstr>
      <vt:lpstr>TÍTULO DEL TRABAJO</vt:lpstr>
      <vt:lpstr>OBJETIVOS</vt:lpstr>
      <vt:lpstr>PREGUNTA PROBLEMA</vt:lpstr>
      <vt:lpstr>JUSTIFICACIÓN</vt:lpstr>
      <vt:lpstr>ANÁLISIS DE RESULTADOS</vt:lpstr>
      <vt:lpstr>ANÁLISIS DE RESULTADOS</vt:lpstr>
      <vt:lpstr>RECOMENDACIONES</vt:lpstr>
      <vt:lpstr>CONCLUSIONES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INSTRUCCIONES DE USO DIAPOSITIVAS*</dc:title>
  <cp:lastModifiedBy>Maria Catalina Ortiz Torres</cp:lastModifiedBy>
  <cp:revision>1</cp:revision>
  <dcterms:modified xsi:type="dcterms:W3CDTF">2021-07-08T18:27:31Z</dcterms:modified>
</cp:coreProperties>
</file>